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DUAS TRAJETÓRIAS,</a:t>
            </a:r>
          </a:p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UMA NOVA FORÇA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Flávia &amp; Elandi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FORMA e My Home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35097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753315"/>
            <a:ext cx="14081760" cy="26797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040" i="0" b="0">
                <a:solidFill>
                  <a:srgbClr val="1C1C1A"/>
                </a:solidFill>
                <a:latin typeface="Outfit 1 Light"/>
              </a:rPr>
              <a:t>Duas histórias que podem se encontrar</a:t>
            </a:r>
          </a:p>
          <a:p>
            <a:pPr algn="l">
              <a:lnSpc>
                <a:spcPct val="126000"/>
              </a:lnSpc>
            </a:pPr>
            <a:r>
              <a:rPr sz="4040" i="0" b="0">
                <a:solidFill>
                  <a:srgbClr val="1C1C1A"/>
                </a:solidFill>
                <a:latin typeface="Outfit 1 Light"/>
              </a:rPr>
              <a:t>para construir o próximo capítulo</a:t>
            </a:r>
          </a:p>
          <a:p>
            <a:pPr algn="l">
              <a:lnSpc>
                <a:spcPct val="126000"/>
              </a:lnSpc>
            </a:pPr>
            <a:r>
              <a:rPr sz="4040" i="0" b="0">
                <a:solidFill>
                  <a:srgbClr val="1C1C1A"/>
                </a:solidFill>
                <a:latin typeface="Outfit 1 Light"/>
              </a:rPr>
              <a:t>da FORMA e da My Home.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81279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PRÓXIMO CAPÍTULO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918173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265645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 FORMA e a My Home chegaram até aqui impulsionadas pela visão, pelo conhecimento e pela liderança de Flávia.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653095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Agora, o crescimento abre espaço para uma nova contribuição: a experiência de Elandi em gestão e estruturação de grandes operações.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lugar da história: a casa além do portão, ou o próprio portão. Pode ser a casa de hoje, já dela. Imagem de arquitetura, sem pessoas.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477628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MENINA QUE NÃO ACEITOU OS LIMITES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168536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16008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Aos 13 anos, Flávia era a filha do caseiro que sonhava com a casa além do portão.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771175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Enquanto a realidade mostrava o que não podia ter, ela imaginava o que poderia conquistar.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7026341"/>
            <a:ext cx="8458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Hoje, é proprietária daquele lugar.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25406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 PADRÃO QUE ATRAVESSA SUA HISTÓRIA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6230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18538" y="3617214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50592" y="3509772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 origem humilde parecia delimitar seu futuro.</a:t>
            </a:r>
          </a:p>
        </p:txBody>
      </p:sp>
      <p:sp>
        <p:nvSpPr>
          <p:cNvPr id="8" name="Oval 7"/>
          <p:cNvSpPr/>
          <p:nvPr/>
        </p:nvSpPr>
        <p:spPr>
          <a:xfrm>
            <a:off x="2018538" y="4431396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50592" y="4323954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 função de projetista limitava seu crescimento.</a:t>
            </a:r>
          </a:p>
        </p:txBody>
      </p:sp>
      <p:sp>
        <p:nvSpPr>
          <p:cNvPr id="10" name="Oval 9"/>
          <p:cNvSpPr/>
          <p:nvPr/>
        </p:nvSpPr>
        <p:spPr>
          <a:xfrm>
            <a:off x="2018538" y="5245578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0592" y="5138136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As franquias restringiam sua liberdade de criar.</a:t>
            </a:r>
          </a:p>
        </p:txBody>
      </p:sp>
      <p:sp>
        <p:nvSpPr>
          <p:cNvPr id="12" name="Oval 11"/>
          <p:cNvSpPr/>
          <p:nvPr/>
        </p:nvSpPr>
        <p:spPr>
          <a:xfrm>
            <a:off x="2018538" y="6059760"/>
            <a:ext cx="77724" cy="77724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50592" y="5952318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As sobras tinham um destino previsto.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7004243"/>
            <a:ext cx="1225296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Flávia encontrou possibilidades onde tudo parecia determinado.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ESSÊNCIA EMPREENDEDORA DE FLÁVIA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6053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4701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INCONFORMISMO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39699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questionar limites.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43255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67029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IMAGINAÇÃO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59714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enxergar possibilidades.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6327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8704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AUTONOMIA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79729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construir à sua maneira.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83285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07059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LIDERANÇA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99744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mobilizar pessoas e realizar.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Um ambiente assinado pela FORMA — marcenaria, acabamento, projeto entregue. O trabalho, não as pessoas.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477628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FORMA COMO EXPRESSÃO DE SUA ESSÊNCIA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168536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516008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Flávia encontrou uma empresa existente e enxergou o que ela ainda poderia se tornar.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771175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Trouxe sua experiência, desenvolveu pessoas, elevou padrões e imprimiu sua visão.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7026341"/>
            <a:ext cx="9601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FORMA tornou-se expressão de sua liberdade de criar.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Um produto My Home — o que nasceu da sobra. Pode ser a peça pronta, em uso, ou o material antes de virar produto.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246132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MY HOME REVELA OUTRA FACE DESSA FORÇA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937040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284512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Onde havia materiais destinados ao descarte, Flávia enxergou novas possibilidades.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539679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Guardou sobras por aproximadamente um ano até encontrar um caminho.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794845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My Home nasceu dessa capacidade de dar novos destinos ao que parecia não ter mais valor.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Flávia com a equipe, ou conduzindo uma conversa de trabalho. Liderança em ação, não retrato posado.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477628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FLÁVIA É MAIS DO QUE A FUNDADORA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168536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516008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Sua presença se reflete nos produtos, no relacionamento com clientes e na cultura da equipe.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771175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Ela não apenas identifica oportunidades. Consegue mobilizar pessoas para transformá-las em realidade.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7026341"/>
            <a:ext cx="9601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Sua liderança tornou-se parte da identidade das empresas.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16687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NOVA ETAPA EXIGE UMA NOVA ESTRUTURA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5358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101053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 capacidade de Flávia de resolver e realizar impulsionou o crescimento.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959370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Mas a expansão trouxe novas responsabilidades e decisões.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817687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O próximo desafio é ampliar a capacidade de gestão sem perder aquilo que torna sua liderança tão valiosa.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Retrato do Elandi, meio corpo, em ambiente de gestão ou escritório. Expressão serena e atenta, luz natural.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477628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ELANDI, UMA TRAJETÓRIA DE GESTÃO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168536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516008"/>
            <a:ext cx="9601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Elandi começou a trabalhar aos 14 anos.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308184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Construiu quatro décadas de experiência profissional, atuando em grandes empresas e ocupando posições de gestão e controladoria.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6563350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Desenvolveu uma visão que conecta operação, recursos, planejamento e resultados.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ESSÊNCIA PROFISSIONAL DE ELANDI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6053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4701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DISCERNIMENTO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39699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compreender cenários.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43255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67029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VISÃO SISTÊMICA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59714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conectar decisões e consequências.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6327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8704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RIGOR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79729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proteger resultados.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83285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07059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RESPONSABILIDADE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99744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construir continuidade.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21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OLHAR DE QUEM COMPREENDE A COMPLEXIDADE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8901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836486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Ao analisar a expansão para mercados a centenas de quilômetros, Elandi considera custos operacionais, margens, logística e mudanças tributárias.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223936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Seu olhar não se limita ao resultado de uma venda.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8225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Busca compreender como cada decisão afeta a operação e a saúde financeira do negócio.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16687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 OLHAR QUE VAI ALÉM DOS NÚMEROS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5358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101053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Elandi também compreende o valor da experiência entregue.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959370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Para ele, uma montagem 99,99% correta ainda pode deixar no cliente a lembrança de um único detalhe mal resolvido.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346820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Esse olhar conecta eficiência operacional, qualidade e reputação.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16687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RESPONSABILIDADE É CONSTRUIR CONTINUIDADE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5358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10105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Após quase 20 anos na mesma empresa, Elandi vem preparando sua transição e transmitindo conhecimento à equipe.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488503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Não quer apenas concluir bem sua trajetória.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346820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Quer deixar condições para que o trabalho continue funcionando sem sua presença.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790185"/>
            <a:ext cx="14081760" cy="18357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934" i="0" b="0">
                <a:solidFill>
                  <a:srgbClr val="FFFFFF"/>
                </a:solidFill>
                <a:latin typeface="Outfit 1 Light"/>
              </a:rPr>
              <a:t>“Eu tô bem preparado para não ser</a:t>
            </a:r>
          </a:p>
          <a:p>
            <a:pPr algn="l">
              <a:lnSpc>
                <a:spcPct val="126000"/>
              </a:lnSpc>
            </a:pPr>
            <a:r>
              <a:rPr sz="3934" i="0" b="0">
                <a:solidFill>
                  <a:srgbClr val="FFFFFF"/>
                </a:solidFill>
                <a:latin typeface="Outfit 1 Light"/>
              </a:rPr>
              <a:t>um obstáculo, e sim ser um agregador.”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5439463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5713783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Elandi, em entrevista.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7415987"/>
            <a:ext cx="11521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7982915"/>
            <a:ext cx="11521440" cy="841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C9C7C0"/>
                </a:solidFill>
                <a:latin typeface="Outfit 1 Light"/>
              </a:rPr>
              <a:t>Flávia e Elandi juntos, em conversa de trabalho — mesa, projeto, obra ou escritório. Interação real, não retrato posado lado a lado. Imagem ampla, que aguente a frase por cima.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45845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MATURIDADE DE QUEM SABE SOMAR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182739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530211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Elandi reconhece a liderança e o conhecimento de Flávia.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388528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Sua intenção é colocar a própria experiência a serviço de uma construção que já conhece, acompanha e valoriza.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3341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PAPEL SINGULAR DE CADA UM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9023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83770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9373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Flávia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784416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Representa a força criadora, a identidade e a direção dos negócios.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83770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09373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Elandi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784416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Pode representar a inteligência de gestão que estrutura e dá sustentação à expansão.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213318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Um papel não substitui o outro. São competências que se encontram em torno de uma mesma ambição.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21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AMBIÇÃO COMPARTILHADA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8901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836486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Elandi também enxerga o potencial de crescimento das marcas.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69480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Vê a FORMA ampliando sua presença estadual e a My Home alcançando o mercado nacional.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8225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Ele compartilha a visão de futuro e traz a experiência necessária para ajudar a planejar sua realização.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3341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DUAS EMPRESAS, DIFERENTES EXIGÊNCIAS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9023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83770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9373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FORMA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784416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Combina personalização, alto valor agregado e complexidade produtiva.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83770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09373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My Home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784416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Trabalha com produtos próprios, comércio eletrônico e potencial de escala.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213318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inteligência de gestão precisa considerar as particularidades de cada modelo, suas margens, investimentos e necessidades operacionais.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784836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ONDE CADA UM PODE GERAR MAIS VALOR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2173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069202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25234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Flávia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015911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Permanece como referência na visão de mercado, nos clientes, nos produtos, na inovação e na liderança.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4069202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325234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Elandi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5015911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Pode assumir maior protagonismo na gestão financeira, controladoria, custos, planejamento e administração.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444813"/>
            <a:ext cx="1225296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oportunidade está em ampliar a autonomia e a contribuição de ambos.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2121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PARCERIA QUE EVOLUI A EMPRESA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8901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836487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Flávia já construiu conhecimento, reputação, processos e uma equipe capaz de entregar sua visão.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223937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 chegada de Elandi pode fortalecer essa estrutura com mais inteligência financeira, planejamento e capacidade de decisão.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611386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Não se trata de mudar a essência do negócio, mas de preparar sua próxima etapa.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21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PRÓXIMO CAPÍTULO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8901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836486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Flávia passou a vida mostrando que os limites não precisam determinar o futuro.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69480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Elandi construiu sua carreira compreendendo como transformar decisões em resultados duradouros.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8225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Agora, duas experiências podem se somar em torno daquilo que ambos acreditam ser possível construir.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148867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551203"/>
            <a:ext cx="14081760" cy="2647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5980" i="0" b="0">
                <a:solidFill>
                  <a:srgbClr val="1C1C1A"/>
                </a:solidFill>
                <a:latin typeface="Outfit 1 Light"/>
              </a:rPr>
              <a:t>A próxima conquista não é</a:t>
            </a:r>
          </a:p>
          <a:p>
            <a:pPr algn="l">
              <a:lnSpc>
                <a:spcPct val="126000"/>
              </a:lnSpc>
            </a:pPr>
            <a:r>
              <a:rPr sz="5980" i="0" b="0">
                <a:solidFill>
                  <a:srgbClr val="1C1C1A"/>
                </a:solidFill>
                <a:latin typeface="Outfit 1 Light"/>
              </a:rPr>
              <a:t>apenas chegar mais longe.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6080782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É fazer com que tudo o que foi construído tenha condições de continuar crescendo.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23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5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