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692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258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381558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12648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693412"/>
            <a:ext cx="576072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547112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1508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38980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57164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75348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262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UM PADRÃO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3626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3657473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483737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448348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30974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530948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513575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5338" y="613549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8374" y="596176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25513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ESSÊNCIA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547112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A FORMA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915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38980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57164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97534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381558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12648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693412"/>
            <a:ext cx="576072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31720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MY HOME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76116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323588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41772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59956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547112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915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38980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57164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97534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UMA NOVA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3237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05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331720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ELANDI,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976116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32358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097272"/>
            <a:ext cx="9601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759956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ESSÊNCIA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462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3237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25055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7687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25055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553716"/>
          </a:xfrm>
          <a:prstGeom prst="roundRect">
            <a:avLst>
              <a:gd name="adj" fmla="val 6445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990840"/>
            <a:ext cx="11521440" cy="714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44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980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45533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1921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186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0550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063873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31177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101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186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0550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063873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31177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EVOLUI AS EMPRESAS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46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7280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101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