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DUAS TRAJETÓRIAS,</a:t>
            </a:r>
          </a:p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UMA NOVA FORÇA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Flávia &amp; Elandi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FORMA e My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692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9258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Duas histórias que podem se encontrar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para construir o próximo capítulo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da FORMA e da My 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PRÓXIMO CAPÍTULO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FORMA e a My Home chegaram até aqui impulsionadas pela visão, pelo conhecimento e pela liderança de Flávia.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Agora, o crescimento abre espaço para uma nova contribuição: a experiência de Elandi em gestão e estruturação de grandes operações.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381558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12648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693412"/>
            <a:ext cx="576072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lugar da história: a casa além do portão, ou o próprio portão. Pode ser a casa de hoje, já dela. Imagem de arquitetura, sem pessoas.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47112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MENINA QUE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NÃO ACEITOU OS LIMITES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91508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538980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Aos 13 anos, Flávia era a filha do caseiro que sonhava com a casa além do portão.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757164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Enquanto a realidade mostrava o que não podia ter, ela imaginava o que poderia conquistar.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975348"/>
            <a:ext cx="8458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Hoje, é proprietária daquele lugar.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2262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UM PADRÃO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QUE ATRAVESSA SUA HISTÓRIA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3626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5338" y="3657473"/>
            <a:ext cx="102413" cy="10241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8374" y="3483737"/>
            <a:ext cx="11360506" cy="588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000" i="0" b="0">
                <a:solidFill>
                  <a:srgbClr val="1C1C1A"/>
                </a:solidFill>
                <a:latin typeface="Outfit 1 Light"/>
              </a:rPr>
              <a:t>A origem humilde parecia delimitar seu futuro.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5338" y="4483481"/>
            <a:ext cx="102413" cy="10241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374" y="4309745"/>
            <a:ext cx="11360506" cy="588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000" i="0" b="0">
                <a:solidFill>
                  <a:srgbClr val="1C1C1A"/>
                </a:solidFill>
                <a:latin typeface="Outfit 1 Light"/>
              </a:rPr>
              <a:t>A função de projetista limitava seu crescimento.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5338" y="5309489"/>
            <a:ext cx="102413" cy="10241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8374" y="5135753"/>
            <a:ext cx="11360506" cy="588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000" i="0" b="0">
                <a:solidFill>
                  <a:srgbClr val="1C1C1A"/>
                </a:solidFill>
                <a:latin typeface="Outfit 1 Light"/>
              </a:rPr>
              <a:t>As franquias restringiam sua liberdade de criar.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338" y="6135497"/>
            <a:ext cx="102413" cy="10241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8374" y="5961761"/>
            <a:ext cx="11360506" cy="588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000" i="0" b="0">
                <a:solidFill>
                  <a:srgbClr val="1C1C1A"/>
                </a:solidFill>
                <a:latin typeface="Outfit 1 Light"/>
              </a:rPr>
              <a:t>As sobras tinham um destino previsto.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025513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Flávia encontrou possibilidades onde tudo parecia determinado.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ESSÊNCIA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EMPREENDEDORA DE FLÁVIA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INCONFORMISMO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questionar limites.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4325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7068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IMAGINAÇÃO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63372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enxergar possibilidades.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070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AUTONOMIA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83387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construir à sua maneira.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8328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1071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LIDERANÇA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703402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mobilizar pessoas e realizar.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 ambiente assinado pela FORMA — marcenaria, acabamento, projeto entregue. O trabalho, não as pessoas.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547112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A FORMA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COMO EXPRESSÃO DE SUA ESSÊNCIA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191508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538980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Flávia encontrou uma empresa existente e enxergou o que ela ainda poderia se tornar.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757164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Trouxe sua experiência, desenvolveu pessoas, elevou padrões e imprimiu sua visão.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975348"/>
            <a:ext cx="9601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FORMA tornou-se expressão de sua liberdade de criar.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381558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12648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693412"/>
            <a:ext cx="576072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 produto My Home — o que nasceu da sobra. Pode ser a peça pronta, em uso, ou o material antes de virar produto.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REVELA OUTRA FACE DESSA FORÇA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976116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23588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Onde havia materiais destinados ao descarte, Flávia enxergou novas possibilidades.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541772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Guardou sobras por aproximadamente um ano até encontrar um caminho.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759956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nasceu dessa capacidade de dar novos destinos ao que parecia não ter mais valor.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Flávia com a equipe, ou conduzindo uma conversa de trabalho. Liderança em ação, não retrato posado.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547112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FLÁVIA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MAIS DO QUE A FUNDADORA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191508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538980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Sua presença se reflete nos produtos, no relacionamento com clientes e na cultura da equipe.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757164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 não apenas identifica oportunidades. Consegue mobilizar pessoas para transformá-las em realidade.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975348"/>
            <a:ext cx="9601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Sua liderança tornou-se parte da identidade das empresas.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75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UMA NOVA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ETAPA EXIGE UMA NOVA ESTRUTURA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112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58691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capacidade de Flávia de resolver e realizar impulsionou o crescimento.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32375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Mas a expansão trouxe novas responsabilidades e decisões.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806059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próximo desafio é ampliar a capacidade de gestão sem perder aquilo que torna sua liderança tão valiosa.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Retrato do Elandi, meio corpo, em ambiente de gestão ou escritório. Expressão serena e atenta, luz natural.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331720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ELANDI,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UMA TRAJETÓRIA DE GESTÃO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3976116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323588"/>
            <a:ext cx="9601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Elandi começou a trabalhar aos 14 anos.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097272"/>
            <a:ext cx="96012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Construiu quatro décadas de experiência profissional, atuando em grandes empresas e ocupando posições de gestão e controladoria.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759956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Desenvolveu uma visão que conecta operação, recursos, planejamento e resultados.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ESSÊNCIA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PROFISSIONAL DE ELANDI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DISCERNIMENTO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compreender cenários.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4325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7068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VISÃO SISTÊMICA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63372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conectar decisões e consequências.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070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RIGOR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83387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proteger resultados.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8328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1071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RESPONSABILIDADE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7034022"/>
            <a:ext cx="914400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Para construir continuidade.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7533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OLHAR DE QUEM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COMPREENDE A COMPLEXIDADE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8896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036441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Ao analisar a expansão para mercados a centenas de quilômetros, Elandi considera custos operacionais, margens, logística e mudanças tributárias.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254625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Seu olhar não se limita ao resultado de uma venda.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028309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Busca compreender como cada decisão afeta a operação e a saúde financeira do negócio.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75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 OLHAR QUE VAI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ALÉM DOS NÚMEROS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112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58691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Elandi também compreende o valor da experiência entregue.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3237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Para ele, uma montagem 99,99% correta ainda pode deixar no cliente a lembrança de um único detalhe mal resolvido.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250559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Esse olhar conecta eficiência operacional, qualidade e reputação.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75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RESPONSABILIDADE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CONSTRUIR CONTINUIDADE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112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58691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Após quase 20 anos na mesma empresa, Elandi vem preparando sua transição e transmitindo conhecimento à equipe.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76875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Não quer apenas concluir bem sua trajetória.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250559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Quer deixar condições para que o trabalho continue funcionando sem sua presença.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553716"/>
          </a:xfrm>
          <a:prstGeom prst="roundRect">
            <a:avLst>
              <a:gd name="adj" fmla="val 6445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106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“Eu tô bem preparado para não ser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um obstáculo, e sim ser um agregador.”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713228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Elandi, em entrevista.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7990840"/>
            <a:ext cx="11521440" cy="71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Flávia e Elandi juntos, em conversa de trabalho — mesa, projeto, obra ou escritório. Interação real, não retrato posado lado a lado. Imagem ampla, que aguente a frase por cima.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8442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MATURIDADE DE QUEM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SABE SOMAR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29806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645533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Elandi reconhece a liderança e o conhecimento de Flávia.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1921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Sua intenção é colocar a própria experiência a serviço de uma construção que já conhece, acompanha e valoriza.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9186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PAPEL SINGULAR DE CADA UM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0550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Flávia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64405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Representa a força criadora, a identidade e a direção dos negócios.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Elandi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764405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Pode representar a inteligência de gestão que estrutura e dá sustentação à expansão.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063873"/>
            <a:ext cx="19202" cy="1534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31177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 papel não substitui o outro. São competências que se encontram em torno de uma mesma ambição.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7533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AMBIÇÃO COMPARTILHADA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8896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036441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Elandi também enxerga o potencial de crescimento das marcas.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1012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Vê a FORMA ampliando sua presença estadual e a My Home alcançando o mercado nacional.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028309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Ele compartilha a visão de futuro e traz a experiência necessária para ajudar a planejar sua realização.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9186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DUAS EMPRESAS, DIFERENTES EXIGÊNCIAS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0550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64405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Combina personalização, alto valor agregado e complexidade produtiva.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My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764405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Trabalha com produtos próprios, comércio eletrônico e potencial de escala.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063873"/>
            <a:ext cx="19202" cy="1534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31177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inteligência de gestão precisa considerar as particularidades de cada modelo, suas margens, investimentos e necessidades operacionais.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6961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ONDE CADA UM PODE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GERAR MAIS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8325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5307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050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Flávia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42155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Permanece como referência na visão de mercado, nos clientes, nos produtos, na inovação e na liderança.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5307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38050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Elandi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542155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Pode assumir maior protagonismo na gestão financeira, controladoria, custos, planejamento e administração.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3841623"/>
            <a:ext cx="19202" cy="1979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53402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oportunidade está em ampliar a autonomia e a contribuição de ambos.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7533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PARCERIA QUE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EVOLUI AS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8896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036441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Flávia já construiu conhecimento, reputação, processos e uma equipe capaz de entregar sua visão.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25462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chegada de Elandi pode fortalecer essa estrutura com mais inteligência financeira, planejamento e capacidade de decisão.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472809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Não se trata de mudar a essência do negócio, mas de preparar sua próxima etapa.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7533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PRÓXIMO CAPÍTULO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8896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036441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Flávia passou a vida mostrando que os limites não precisam determinar o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1012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Elandi construiu sua carreira compreendendo como transformar decisões em resultados duradouros.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028309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Agora, duas experiências podem se somar em torno daquilo que ambos acreditam ser possível construir.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42125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23589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próxima conquista não é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apenas chegar mais longe.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382387"/>
            <a:ext cx="11887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É fazer com que tudo o que foi construído tenha condições de continuar crescendo.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2651760"/>
            <a:ext cx="1371600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40"/>
              </a:lnSpc>
            </a:pPr>
            <a:r>
              <a:rPr sz="950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257800"/>
            <a:ext cx="4421124" cy="10507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445" y="5312664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