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DUAS TRAJETÓRIAS,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UMA NOVA FORÇA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Flávia &amp; Elandi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3509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753315"/>
            <a:ext cx="14081760" cy="26797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Duas histórias que podem se encontrar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para construir o próximo capítulo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da FORMA e da My Home.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81279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18173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26564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FORMA e a My Home chegaram até aqui impulsionadas pela visão, pelo conhecimento e pela liderança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o crescimento abre espaço para uma nova contribuição: a experiência de Elandi em gestão e estruturação de grandes operações.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lugar da história: a casa além do portão, ou o próprio portão. Pode ser a casa de hoje, já dela. Imagem de arquitetura, sem pessoas.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477628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MENINA QUE NÃO ACEITOU OS LIMITES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68536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16008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Aos 13 anos, Flávia era a filha do caseiro que sonhava com a casa além do portão.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7117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Enquanto a realidade mostrava o que não podia ter, ela imaginava o que poderia conquistar.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702634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Hoje, é proprietária daquele lugar.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2540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PADRÃO QUE ATRAVESSA SUA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623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617214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509772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origem humilde parecia delimitar seu futuro.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4431396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4323954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função de projetista limitava seu crescimento.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524557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5138136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franquias restringiam sua liberdade de criar.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6059760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5952318"/>
            <a:ext cx="11448288" cy="576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As sobras tinham um destino previsto.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00424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possibilidades onde tudo parecia determinado.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EMPREENDEDORA DE FLÁVIA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INCONFORMISMO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questionar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IMAGINAÇÃO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enxergar possibilidades.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à sua maneira.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LIDERANÇA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mobilizar pessoas e realizar.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ambiente assinado pela FORMA — marcenaria, acabamento, projeto entregue. O trabalho, não 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FORMA COMO EXPRESSÃO DE SUA ESSÊNCIA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encontrou uma empresa existente e enxergou o que ela ainda poderia se tornar.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Trouxe sua experiência, desenvolveu pessoas, elevou padrões e imprimiu sua visão.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tornou-se expressão de sua liberdade de criar.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produto My Home — o que nasceu da sobra. Pode ser a peça pronta, em uso, ou o material antes de virar produto.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MY HOME REVELA OUTRA FACE DESSA FORÇA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havia materiais destinados ao descarte, Flávia enxergou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Guardou sobras por aproximadamente um ano até encontrar um caminho.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dessa capacidade de dar novos destinos ao que parecia não ter mais valor.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ou conduzindo uma conversa de trabalho. Liderança em ação,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FLÁVIA É MAIS DO QUE A FUNDADORA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presença se reflete nos produtos, no relacionamento com clientes e na cultura da equipe.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77117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 não apenas identifica oportunidades. Consegue mobilizar pessoas para transformá-las em realidade.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7026341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Sua liderança tornou-se parte da identidade das empresas.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NOVA ETAPA EXIGE UMA NOVA ESTRUTURA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capacidade de Flávia de resolver e realizar impulsionou o crescimento.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Mas a expansão trouxe novas responsabilidades e decisões.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176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O próximo desafio é ampliar a capacidade de gestão sem perder aquilo que torna sua liderança tão valiosa.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Retrato do Elandi, meio corpo, em ambiente de gestão ou escritório. Expressão serena e atenta, luz natural.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7762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ELANDI, UMA TRAJETÓRIA DE GESTÃO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16853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516008"/>
            <a:ext cx="9601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Elandi começou a trabalhar aos 14 anos.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530818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Construiu quatro décadas de experiência profissional, atuando em grandes empresas e ocupando posições de gestão e controladoria.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656335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Desenvolveu uma visão que conecta operação, recursos, planejamento e resultados.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ESSÊNCIA PROFISSIONAL DE ELANDI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701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DISCERNIMENTO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3969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compreender cenários.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4325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02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VISÃO SISTÊMICA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5971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conectar decisões e consequências.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63270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8704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RIGOR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9729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proteger resultados.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83285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07059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RESPONSABILIDADE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997446"/>
            <a:ext cx="9144000" cy="962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Para construir continuidade.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OLHAR DE QUEM COMPREENDE A COMPLEXIDADE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Ao analisar a expansão para mercados a centenas de quilômetros, Elandi considera custos operacionais, margens, logística e mudanças tributárias.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Seu olhar não se limita ao resultado de uma venda.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Busca compreender como cada decisão afeta a operação e a saúde financeira do negócio.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 OLHAR QUE VAI ALÉM DOS NÚMEROS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compreende o valor da experiência entregue.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959370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Para ele, uma montagem 99,99% correta ainda pode deixar no cliente a lembrança de um único detalhe mal resolvido.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Esse olhar conecta eficiência operacional, qualidade e reputação.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1668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RESPONSABILIDADE É CONSTRUIR CONTINUIDADE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53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1010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Após quase 20 anos na mesma empresa, Elandi vem preparando sua transição e transmitindo conhecimento à equipe.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8503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quer apenas concluir bem sua trajetória.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346820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Quer deixar condições para que o trabalho continue funcionando sem sua presença.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790185"/>
            <a:ext cx="14081760" cy="183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“Eu tô bem preparado para não ser</a:t>
            </a:r>
          </a:p>
          <a:p>
            <a:pPr algn="l">
              <a:lnSpc>
                <a:spcPct val="126000"/>
              </a:lnSpc>
            </a:pPr>
            <a:r>
              <a:rPr sz="3934" i="0" b="0">
                <a:solidFill>
                  <a:srgbClr val="FFFFFF"/>
                </a:solidFill>
                <a:latin typeface="Outfit 1 Light"/>
              </a:rPr>
              <a:t>um obstáculo, e sim ser um agregador.”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43946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713783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Elandi, em entrevista.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Flávia e Elandi juntos, em conversa de trabalho — mesa, projeto, obra ou escritório. Interação real, não retrato posado lado a lado. Imagem ampla, que aguente a frase por cima.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4584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MATURIDADE DE QUEM SABE SOMAR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8273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530211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reconhece a liderança e o conhecimento de Flávia.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388528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Sua intenção é colocar a própria experiência a serviço de uma construção que já conhece, acompanha e valoriza.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PAPEL SINGULAR DE CADA UM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Representa a força criadora, a identidade e a direção dos negócios.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representar a inteligência de gestão que estrutura e dá sustentação à expansão.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 papel não substitui o outro. São competências que se encontram em torno de uma mesma ambição.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AMBIÇÃO COMPARTILHADA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também enxerga o potencial de crescimento das marcas.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Vê a FORMA ampliando sua presença estadual e a My Home alcançando o mercado nacional.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Ele compartilha a visão de futuro e traz a experiência necessária para ajudar a planejar sua realização.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334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DUAS EMPRESAS, DIFERENTES EXIGÊNCIAS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9023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Combina personalização, alto valor agregado e complexidade produtiva.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83770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09373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78441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Trabalha com produtos próprios, comércio eletrônico e potencial de escala.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21331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inteligência de gestão precisa considerar as particularidades de cada modelo, suas margens, investimentos e necessidades operacionais.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8483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CADA UM PODE GERAR MAIS VALOR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217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Flávia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Permanece como referência na visão de mercado, nos clientes, nos produtos, na inovação e na liderança.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Elandi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Pode assumir maior protagonismo na gestão financeira, controladoria, custos, planejamento e administração.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4481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oportunidade está em ampliar a autonomia e a contribuição de ambos.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PARCERIA QUE EVOLUI A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já construiu conhecimento, reputação, processos e uma equipe capaz de entregar sua visão.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223937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chegada de Elandi pode fortalecer essa estrutura com mais inteligência financeira, planejamento e capacidade de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6113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Não se trata de mudar a essência do negócio, mas de preparar sua próxima etapa.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521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PRÓXIMO CAPÍTULO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890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486"/>
            <a:ext cx="1225296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Flávia passou a vida mostrando que os limites não precisam determinar o futuro.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69480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Elandi construiu sua carreira compreendendo como transformar decisões em resultados duradouros.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82253"/>
            <a:ext cx="12252960" cy="1149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Agora, duas experiências podem se somar em torno daquilo que ambos acreditam ser possível construir.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14886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551203"/>
            <a:ext cx="14081760" cy="264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 próxima conquista não é</a:t>
            </a:r>
          </a:p>
          <a:p>
            <a:pPr algn="l">
              <a:lnSpc>
                <a:spcPct val="126000"/>
              </a:lnSpc>
            </a:pPr>
            <a:r>
              <a:rPr sz="5980" i="0" b="0">
                <a:solidFill>
                  <a:srgbClr val="1C1C1A"/>
                </a:solidFill>
                <a:latin typeface="Outfit 1 Light"/>
              </a:rPr>
              <a:t>apenas chegar mais longe.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80782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É fazer com que tudo o que foi construído tenha condições de continuar crescendo.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