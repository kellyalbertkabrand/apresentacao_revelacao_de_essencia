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MY 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494157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de Marca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Criatividade que transforma.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4213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44467"/>
            <a:ext cx="14081760" cy="36974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Uma origem compartilhada,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duas identidades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com significados próprios.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CULTURA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Origem e crenças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história, os significados e os valores que orientam a marca.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833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94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3296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7805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jeito de ser, de se comunicar e de se apresentar.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em 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Comportamentos da equipe e experiência entregue ao cliente.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1551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4112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73014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e coerência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77523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o mercado reconhece e o que precisa ser construído.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ORIGEM E CRENÇAS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A história, os significados e os valores que orientam a marca.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origem da My Home: o material guardado, as sobras empilhadas à espera de um destino. O começo da história.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306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33034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Enxergar possibilidades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onde outros enxergam limites.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24159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552493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5119421"/>
            <a:ext cx="576072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material antes de virar produto — a sobra, o retalho, a chapa separada. O ponto de partida.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42220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ORIGEM, SIGNIFICADO E VALORES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33312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80600"/>
            <a:ext cx="84582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do inconformismo diante do desperdício. Flávia viu nos materiais descartados uma oportunidade de transformar recursos em novas criações.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39875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reaproveitamento foi o ponto de partida. A capacidade de transformar possibilidades é o verdadeiro significado da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8249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193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506546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6686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Inventividade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76523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26663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Transformação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46500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96640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Originalidade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506546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456686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Qualidade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76523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26663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Acessibilidade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46500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96640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Evolução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06460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466945"/>
            <a:ext cx="14081760" cy="274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1C1C1A"/>
                </a:solidFill>
                <a:latin typeface="Outfit 1 Light"/>
              </a:rPr>
              <a:t>O valor de um material não se limita</a:t>
            </a:r>
          </a:p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1C1C1A"/>
                </a:solidFill>
                <a:latin typeface="Outfit 1 Light"/>
              </a:rPr>
              <a:t>ao uso para o qual</a:t>
            </a:r>
          </a:p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1C1C1A"/>
                </a:solidFill>
                <a:latin typeface="Outfit 1 Light"/>
              </a:rPr>
              <a:t>foi originalmente pensado.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16504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 da My Home.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8112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629761"/>
            <a:ext cx="12801600" cy="224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08238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356705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jeito de ser, de se comunicar e de se apresentar.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produto My Home em plano fechado — textura, forma, encaixe. A criatividade vista de perto.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261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A MY HOME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6950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15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1697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Criativa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535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1674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Curiosa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1512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651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Expressiva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14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1628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Próxima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24159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552493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19421"/>
            <a:ext cx="576072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Vários produtos My Home juntos — a variedade e a originalidade da linha, bem arranjadas.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24613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CRIATIVIDADE QUE SURPREENDE TEM CONHECIMENTO POR TRÁS.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937040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284512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enxerga o potencial de transformação nas formas, nos materiais e nos objetos.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539679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personalidade combina imaginação e habilidade técnica para criar produtos que despertem curiosidade e surpreendam pelo resultado.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79484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Deve se expressar com leveza, originalidade, experimentação e valorização das possibilidades de transformação.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CULTURA EM 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Comportamentos da equipe e experiência entregue ao cliente.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bancada de criação: protótipo, teste de acabamento, peça em desenvolvimento. A experimentação acontecendo.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2779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CRIAR NÃO É IMPROVISAR. É TRANSFORMAR COM INTENÇÃO.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1870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466173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722205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a equipe precisa viver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412882"/>
            <a:ext cx="688086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Experimentar novas possibilidades. Compartilhar ideias. Dominar técnicas. Aperfeiçoar materiais e acabamentos. Transformar criatividade em produtos viáveis.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466173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722205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o cliente deve experimentar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412882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prazer de descobrir produtos originais, capazes de acrescentar personalidade e novas possibilidades à sua casa.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298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32234"/>
            <a:ext cx="14081760" cy="23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Não é apenas comprar um objeto decorativo.</a:t>
            </a:r>
          </a:p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É encontrar algo inesperado</a:t>
            </a:r>
          </a:p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que faça sentido no próprio ambiente.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9975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experiência pretendida pela My Home.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PERCEPÇÃO E COERÊNCIA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o mercado reconhece e o que precisa ser construído.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Produtos My Home em uso numa casa real — a marca vivendo no ambiente do cliente.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94483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DE UMA CAPACIDADE CRIATIVA A UMA MARCA COM IDENTIDADE PRÓPRIA.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3574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já é reconhecido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Arquitetos valorizam a capacidade da My Home de executar soluções técnicas, detalhes e acabamentos especiais.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precisa ser construído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identidade independente, reconhecida pelo consumidor pela originalidade dos produtos, pela criatividade e pela confiança na experiência de compra.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821820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pode continuar sendo parceira produtiva da Forma, mas não deve ser percebida apenas como seu braço operacional.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64447"/>
            <a:ext cx="14081760" cy="25564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FFFFFF"/>
                </a:solidFill>
                <a:latin typeface="Outfit 1 Light"/>
              </a:rPr>
              <a:t>Transformar possibilidades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FFFFFF"/>
                </a:solidFill>
                <a:latin typeface="Outfit 1 Light"/>
              </a:rPr>
              <a:t>em criação.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76520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03952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A essência cultural da My Home. Criatividade que transforma.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produto My Home em destaque no ambiente. Imagem ampla, que aguente a frase por cima.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82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ORIGEM. DUAS EXPRESSÕES DE MARCA.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51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043733"/>
            <a:ext cx="635508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318053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MY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70210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Crença: sempre existe uma nova possibilidade de criação.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959096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Comportamento: experimentação, transformação e aperfeiçoamento.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621609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Experiência pretendida: prazer em descobrir e transformar.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7473086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Valor central: criatividade.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3043733"/>
            <a:ext cx="635508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3318053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70210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Crença: o conhecimento amplia os limites de um projeto.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4959096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Comportamento: precisão, cuidado e responsabilidade.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216091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Experiência: segurança para realizar.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6981749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Valor central: confiança.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5712" y="3043733"/>
            <a:ext cx="12802" cy="5012131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536691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5A49F"/>
                </a:solidFill>
                <a:latin typeface="Outfit 1 Light"/>
              </a:rPr>
              <a:t>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479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7135"/>
            <a:ext cx="14081760" cy="22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A mesma mentalidade impulsiona as duas marcas</a:t>
            </a:r>
          </a:p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e se manifesta de maneiras distintas</a:t>
            </a:r>
          </a:p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no valor que cada uma entrega ao mercado.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