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BASE ESTRATÉGICA</a:t>
            </a:r>
          </a:p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DA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My Home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Casa Criativa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89585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298188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marca que nasceu de um novo olhar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sobre o que parecia não ter mais valor.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426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8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O CAMINHO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Essência da marca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546566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802598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692870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Quem é a My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395651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651683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541955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Causa, liderança e tribo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244737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500769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391041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Princípio central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093823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34985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240127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Público-alvo e persona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942909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198941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7089213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 da marca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7791994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8048026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7938298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Pilares da marca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2697480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2843784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DNA da marca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3546566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3802598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3692870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Voz da marca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4395651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4651683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4541955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Tom de voz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5244737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5500769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5391041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Posicionamento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6093823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634985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240127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Golden Circle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942909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7198941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7089213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Arquitetura da marca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5480" y="7791994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8048026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7938298"/>
            <a:ext cx="51206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Manifesto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8641080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55480" y="8641080"/>
            <a:ext cx="67208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material antes de virar produto — a sobra, o retalho, a chapa guardada. O ponto de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ENXERGAR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POSSIBILIDADES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ONDE OUTROS ENXERGAM LIMITES.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706874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054346"/>
            <a:ext cx="8458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59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A My Home nasceu de um olhar inconformado com o desperdício, capaz de perceber potencial em materiais que já tinham um destino definido. Mas sua essência vai além do reaproveitamento: está na capacidade de imaginar novos usos, combinar elementos e transformar ideias em produtos que acrescentam personalidade à casa.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98564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387979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a torna especial não é apenas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aquilo que transforma.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É a maneira como enxerga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ainda pode ser criado.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26249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essência da marca.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1303020"/>
            <a:ext cx="6355080" cy="7178040"/>
          </a:xfrm>
          <a:prstGeom prst="roundRect">
            <a:avLst>
              <a:gd name="adj" fmla="val 2589"/>
            </a:avLst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0" y="356412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3875024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4441952"/>
            <a:ext cx="51663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bancada de produção da My Home: a máquina, a peça em desenvolvimento, o trabalho acontecendo.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73173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QUEM É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186811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534283"/>
            <a:ext cx="845820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marca brasileira de decoração criativa que desenvolve e fabrica peças decorativas e funcionais para transformar ambientes com originalidade e personalidade.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641467"/>
            <a:ext cx="845820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Fundada por Flávia Pereira Muccelin, nasceu do aproveitamento de materiais excedentes da produção moveleira. A ideia evoluiu, incorporando máquinas, conhecimentos e novas possibilidades de fabricação.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05886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INVENTIVIDADE, DOMÍNIO TÉCNICO 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CUIDADO COM OS DETALHES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5050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397754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Hoje a My Home reúne essas três coisas, com a ambição de alcançar consumidores em todo o Brasil por meio do comércio eletrônico.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89585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298188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marca que nasceu da capacidade de reaproveitar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 cresceu pela capacidade de criar.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3205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CAUSA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, LIDERANÇA E TRIBO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84568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19316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46748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Causa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04589"/>
            <a:ext cx="4419600" cy="364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Mostrar que sempre existem novas possibilidades de transformar materiais, objetos e ambientes. Valorizar o aproveitamento inteligente de recursos e tornar a criatividade mais presente na vida cotidiana.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19316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346748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Liderança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4204589"/>
            <a:ext cx="4419600" cy="275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Incentivar as pessoas a olhar para os detalhes da casa de maneira diferente, descobrindo que pequenas mudanças podem produzir novas experiências.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19316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346748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Tribo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4204589"/>
            <a:ext cx="4419600" cy="320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Pessoas que gostam de descobrir, criar, combinar e personalizar. Que não procuram apenas objetos funcionais, mas escolhas capazes de expressar seu jeito de viver.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89585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298188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vínculo com a marca nasce do desejo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 fazer da casa uma expressão pessoal.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estoque de sobras: as chapas empilhadas, guardadas à espera de um destino.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190877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PARECE TER CHEGADO AO FIM PODE SER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O COMEÇO DE OUTRA COISA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566031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913503"/>
            <a:ext cx="9601200" cy="295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19"/>
              </a:lnSpc>
            </a:pPr>
            <a:r>
              <a:rPr sz="2300" i="0" b="0">
                <a:solidFill>
                  <a:srgbClr val="6B6B66"/>
                </a:solidFill>
                <a:latin typeface="Outfit 1 Light"/>
              </a:rPr>
              <a:t>Durante aproximadamente um ano, Flávia guardou sobras de MDF e outros materiais sem ainda ter uma solução definitiva para eles. Enquanto ocupavam espaço, uma ideia permanecia viva: encontrar uma maneira de transformá-los. O que parecia improvável tornou-se produto, e aquilo que antes era descartado passou a gerar novas oportunidades. Com o crescimento da produção, as sobras já não eram suficientes para atender à demanda.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93060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GRANDE DESCOBERTA SOBRE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0669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40182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67614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O REAPROVEITAMENTO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602988"/>
            <a:ext cx="9144000" cy="956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Explica como a marca começou.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9070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O OLHAR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833872"/>
            <a:ext cx="9144000" cy="956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Explica por que ela pode continuar crescendo.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86358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2511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PÚBLICO-ALVO 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3875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862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605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Público-alvo prioritário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097655"/>
            <a:ext cx="6880860" cy="2313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Consumidores que valorizam decoração, funcionalidade e originalidade, gostam de comprar pela internet e procuram produtos capazes de transformar ambientes sem necessariamente realizar grandes mudanças.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0862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33605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097655"/>
            <a:ext cx="6880860" cy="2313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pessoa que deseja uma casa com mais personalidade. Gosta de descobrir objetos diferentes, valoriza detalhes bem pensados e procura produtos que combinem estética, utilidade e preço acessível.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3397123"/>
            <a:ext cx="19202" cy="2868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97852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Não deseja apenas acompanhar tendências: quer fazer escolhas que tenham relação com seu próprio gosto.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1303020"/>
            <a:ext cx="6355080" cy="7178040"/>
          </a:xfrm>
          <a:prstGeom prst="roundRect">
            <a:avLst>
              <a:gd name="adj" fmla="val 2589"/>
            </a:avLst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0" y="378637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4097274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4664202"/>
            <a:ext cx="51663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peça do catálogo atual no ambiente — de preferência um acessório ou uma peça infantil.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61386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OPORTUNIDADE COMERCIAL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IDENTIFICADA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605782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953254"/>
            <a:ext cx="845820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catálogo atual apresenta uma presença relevante de acessórios e peças infantis. Esse universo pode se tornar uma linha estratégica importante, sem limitar a identidade da My Home exclusivamente à decoração infantil.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2003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O DESEJO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1381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16146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Transformar a casa por meio de escolhas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que façam os ambientes parecer mais pessoais,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acolhedores e criativos.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PERSONALIDADE DA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INVENTIVA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Enxerga outras possibilidades para aquilo que parece comum.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0325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068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CURIOSA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2336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Experimenta formas, materiais, combinações e aplicações.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8326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1069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VIBRANTE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0337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Transmite entusiasmo e prazer em criar.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9070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CUIDADOSA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8338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Valoriza o capricho, a funcionalidade e a qualidade.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64328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67071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PRÓXIMA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6339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Fala com simplicidade, acolhimento e espontaneidade.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72329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75072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VISIONÁRIA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74340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Não limita suas possibilidades ao que já foi desenvolvido.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42125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23589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Criatividade com conhecimento.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Leveza com responsabilidade.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382387"/>
            <a:ext cx="11887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deve transmitir a energia de quem gosta de imaginar, mas também a segurança de quem sabe transformar uma ideia em produto.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PILARES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CRIAÇÃO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01 · INVENTIVIDADE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11777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capacidade de encontrar caminhos, combinações e soluções fora do habitual.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68443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958757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02 · RESSIGNIFICAÇÃO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885605"/>
            <a:ext cx="9144000" cy="1622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Reconhecer possibilidades de transformação em materiais, formas e objetos, valorizando o aproveitamento inteligente de recursos.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58097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855291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03 · ORIGINALIDADE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782139"/>
            <a:ext cx="9144000" cy="11777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Desenvolver produtos com personalidade, capazes de despertar curiosidade e interesse.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PILARES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04 · QUALIDADE COM CUIDADO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11777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Unir criatividade, conhecimento produtivo, funcionalidade e atenção ao acabamento.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68443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958757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05 · ACESSIBILIDADE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885605"/>
            <a:ext cx="9144000" cy="1622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Buscar soluções criativas que possam fazer parte do cotidiano de diferentes consumidores, com uma relação coerente entre design, qualidade e preço.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58097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855291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06 · EVOLUÇÃO CONTÍNUA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782139"/>
            <a:ext cx="9144000" cy="11777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Experimentar, aprender e ampliar o repertório de produtos, materiais e possibilidades de criação.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2003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O QUE UNE OS PILARES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1381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16146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criatividade precisa produzir algo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que faça sentido, funcione bem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 gere valor para quem recebe.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3032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DNA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24395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506590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9143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Inventividade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74154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26707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Transformação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41718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94271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Originalidade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5460" y="506590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5460" y="459143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Cuidado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74154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526707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Personalidade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ESSES ATRIBUTOS VIRAM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LINGUAGEM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8711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6143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NO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288284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Formas criativas, funcionalidade, detalhes bem resolvidos e acabamento cuidadoso.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32358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597908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NA IDENTIDADE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24756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Peças, recortes, encaixes e formas geométricas que ganham um novo significado quando combinados.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56006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83438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NAS CORES E MATERIAIS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761228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Uma linguagem acolhedora e expressiva, com tons terrosos, mostarda, verdes e referências às texturas dos materiais.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79653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07085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NA EXPERIÊNCIA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997700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 cuidado percebido desde a apresentação do produto até a embalagem, a entrega e o pós-venda.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77126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MONOGRAMA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68490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03237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construção de um monograma MH por módulos é um caminho promissor para expressar visualmente essa ideia de transformação.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89585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298188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criatividade não está somente nos objetos.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Está no jeito como a marca pensa e faz.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3032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VOZ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24395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506590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9143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Criativa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74154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26707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Leve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41718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94271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Inspiradora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5460" y="506590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5460" y="459143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Afetiva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74154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5267071"/>
            <a:ext cx="688086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Autêntica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176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COMUNICAR COM ENTUSIASMO,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SEM EXAGEROS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313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78783"/>
            <a:ext cx="122529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voz da My Home deve despertar curiosidade e aproximar as pessoas das possibilidades de transformar seus ambientes: valorizar a história por trás das criações, mostrar o processo produtivo e ajudar o consumidor a imaginar como um detalhe pode mudar seu ambiente.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0859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 não deve apenas anunciar produtos. Deve despertar novas maneiras de olhar para a casa.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33324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EXEMPLO DE EXPRESSÃO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82702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29356"/>
            <a:ext cx="14081760" cy="422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 detalhe pode mudar a forma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como um ambiente é percebido.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nova combinação pode transformar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aquilo que parecia comum.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 uma ideia pode encontrar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seu lugar na casa de alguém.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TOM DE VOZ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CRIATIVO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Sem ser confuso.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0325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068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VIBRANTE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2336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Sem ser infantil.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8326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1069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AFETIVO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0337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Sem exagerar no sentimentalismo.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9070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PRÓXIMO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8338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Sem perder a credibilidade.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64328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67071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INSPIRADOR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6339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Sem fazer promessas vazias.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72329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75072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CONFIÁVEL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7434072"/>
            <a:ext cx="91440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 informações claras sobre materiais, compra e entrega.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992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DIRETRIZ DE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LINGUAGEM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5356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0103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Priorizar palavras que expressem possibilidades, criação, detalhes, descobertas, combinações, personalidade e transformação.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19217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Evitar comunicar a marca exclusivamente como sustentável, artesanal ou feita de resíduos, quando essas características não forem comprováveis em todos os produtos.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992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POSICIONAMENTO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5356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0103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é uma marca brasileira de decoração criativa para pessoas que desejam transformar seus ambientes com produtos originais, funcionais e acessíveis.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19217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Com produção própria, conhecimento técnico e um olhar inventivo sobre materiais e formas, desenvolve peças que acrescentam personalidade à casa e tornam pequenas transformações possíveis.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176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TERRITÓRIO DE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DIFERENCIAÇÃO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313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78783"/>
            <a:ext cx="122529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Enquanto grandes varejistas competem pela variedade e curadoria, e marketplaces oferecem inúmeras opções comparáveis por preço, a My Home busca construir reconhecimento pela combinação de olhar criativo, capacidade de fabricação e personalidade nos detalhes.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0859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proposta não é competir pelo maior catálogo ou pelo menor preço. É desenvolver produtos que façam o consumidor reconhecer um jeito próprio de criar.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4896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POSICIONAMENTO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4274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545076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Pequenos detalhes podem revelar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grandes possibilidades.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553716"/>
          </a:xfrm>
          <a:prstGeom prst="roundRect">
            <a:avLst>
              <a:gd name="adj" fmla="val 6445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106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Um novo olhar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para cada detalhe.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713228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Assinatura de marca proposta.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ambiente com várias peças My Home em uso. Imagem ampla, que aguente a frase por cima.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543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GOLDEN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0679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415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89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Por quê · propósito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426839"/>
            <a:ext cx="4419600" cy="2313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Porque uma casa pode ganhar novas possibilidades e expressar mais personalidade por meio da criatividade e dos detalhes.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415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3689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Como · diferencial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4426839"/>
            <a:ext cx="4419600" cy="320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Com inventividade, experimentação, aproveitamento inteligente de materiais quando aplicável, produção própria e cuidado no desenvolvimento e acabamento.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415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3689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 quê · oferta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4426839"/>
            <a:ext cx="4419600" cy="320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Produtos decorativos e funcionais, acessórios, pequenos móveis e novas criações para a casa, comercializados principalmente pelo e-commerce.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110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A LÓGICA DA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8488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887216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 novo olhar revela possibilidades.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conhecimento transforma essas possibilidades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em produtos. E os produtos levam novas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expressões para dentro de casa.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ARQUITETURA DA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8711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6143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MARCA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288284"/>
            <a:ext cx="9144000" cy="517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My Home | Casa Criativa.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87908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153408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ATUAÇÃO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080256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Marca própria de produtos decorativos e funcionais, com foco na venda direta ao consumidor e expansão digital.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11556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38988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LINHAS DE PRODUTOS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16728"/>
            <a:ext cx="9144000" cy="1406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Decoração, organização, acessórios, pequenos móveis e coleções temáticas. O universo infantil é uma oportunidade de desenvolvimento comercial, sem definir sozinho toda a marca.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79653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07085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COMPETÊNCIA PRODUTIVA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997700"/>
            <a:ext cx="9144000" cy="962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Usinagem, transformação de materiais, pintura, acabamentos e desenvolvimento de soluções técnicas.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RELAÇÃO COM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A 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compartilha parte de sua origem, cultura organizacional e competências produtivas com a Forma, podendo atuar como fornecedora especializada.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Entretanto, possui proposta comercial, público, identidade e experiência de marca próprios.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77126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DIREÇÃO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ESTRATÉGICA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68490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03237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Construir o reconhecimento da My Home como marca independente de produtos criativos, e não como uma extensão comercial da Forma.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692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9258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conecta as empresas pode fortalecer a operação.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diferencia a My Home deve fortalecer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sua presença no mercado.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85290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MANIFESTO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59892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037840"/>
            <a:ext cx="6629400" cy="193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Tudo começou com aquilo que já não parecia ter destino. Pedaços de madeira. Recortes. Sobras de materiais que haviam cumprido sua função e seriam descartados.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245100"/>
            <a:ext cx="6629400" cy="147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muitos, o fim de um processo. Para alguém que enxergava diferente, o começo de uma possibilidade.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3037840"/>
            <a:ext cx="6629400" cy="239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Durante algum tempo, esses materiais foram guardados enquanto uma ideia tomava forma. Foi preciso imaginar, experimentar, aprender e fazer outras pessoas acreditarem que dali poderia nascer algo novo. E nasceu.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5705475"/>
            <a:ext cx="6629400" cy="239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 que antes era sobra transformou-se em produto. O que parecia sem utilidade encontrou uma nova função. E a criatividade que começou no reaproveitamento passou a descobrir caminhos muito maiores.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740029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674610"/>
            <a:ext cx="1426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 spc="220">
                <a:solidFill>
                  <a:srgbClr val="A5A49F"/>
                </a:solidFill>
                <a:latin typeface="Outfit 2"/>
              </a:rPr>
              <a:t>MY HOME  |  CASA CRIATIVA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023808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MANIFESTO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93744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376358"/>
            <a:ext cx="6629400" cy="147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Porque a My Home nunca foi apenas sobre transformar materiais. É sobre transformar o olhar.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123243"/>
            <a:ext cx="6629400" cy="193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Enxergar possibilidades no que parece comum. Descobrir novas formas para aquilo que já existe. Criar produtos que acrescentem beleza, função e personalidade aos espaços.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3376358"/>
            <a:ext cx="6629400" cy="239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Uma casa não precisa ser igual a nenhuma outra. Ela pode ganhar identidade aos poucos, nas escolhas, nas combinações e nos detalhes que fazem sentido para quem vive nela.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043993"/>
            <a:ext cx="6629400" cy="1012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5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 é nesses detalhes que novas possibilidades encontram seu lugar.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7165911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440231"/>
            <a:ext cx="1426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 spc="220">
                <a:solidFill>
                  <a:srgbClr val="A5A49F"/>
                </a:solidFill>
                <a:latin typeface="Outfit 2"/>
              </a:rPr>
              <a:t>UM NOVO OLHAR PARA CADA DETALHE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SÍNTESE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ESSÊNCIA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8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Enxergar possibilidades onde outros enxergam limites.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32142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595749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COMPETÊNCIA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22597"/>
            <a:ext cx="9144000" cy="125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Transformar ideias e materiais com criatividade e conhecimento.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8549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1292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PROPOSTA DE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056122"/>
            <a:ext cx="9144000" cy="8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Levar originalidade e personalidade para os detalhes da casa.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94397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218299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POSICIONAMENTO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7145147"/>
            <a:ext cx="9144000" cy="8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Um novo olhar para cada detalhe.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97243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374769"/>
            <a:ext cx="14081760" cy="932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Onde possibilidades ganham 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27570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My Home · Casa Criativa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2651760"/>
            <a:ext cx="1371600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40"/>
              </a:lnSpc>
            </a:pPr>
            <a:r>
              <a:rPr sz="950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257800"/>
            <a:ext cx="4421124" cy="10507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445" y="5312664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