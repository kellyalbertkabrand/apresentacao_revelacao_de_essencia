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trama-canto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Picture 3" descr="lm-vertical-ouro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788920"/>
            <a:ext cx="6949440" cy="2526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172200"/>
            <a:ext cx="18288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100" i="0" b="0" spc="700">
                <a:solidFill>
                  <a:srgbClr val="F2F0E9"/>
                </a:solidFill>
                <a:latin typeface="Outfit 1 Light"/>
              </a:rPr>
              <a:t>BRAND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39128"/>
            <a:ext cx="18288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50" i="0" b="0" spc="400">
                <a:solidFill>
                  <a:srgbClr val="E3C88B"/>
                </a:solidFill>
                <a:latin typeface="Outfit 1 Semi-Bold"/>
              </a:rPr>
              <a:t>EDIÇÃO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8095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ANTES DE COMEÇAR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6446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PARA QUE SERVE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ESTE BRAND BOOK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729984" y="3955278"/>
            <a:ext cx="140817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793606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Este documento reúne, em um só lugar, a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essência, a voz, o posicionamento e a identidade visual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da marca Lucas Martini | Proteção &amp; Sucessão.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4543082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Ele existe para garantir a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unidade da marca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: todo ponto de contato com a mesma consistência visual e verbal, não importa quem produza.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6292558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Use como guia antes de criar, aprovar ou contratar qualquer material.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Marca consistente é marca reconhecida.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CONTEÚDO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7319" y="2214146"/>
            <a:ext cx="3410841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339242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50215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A MARCA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3538728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que ela é, no que acredita e onde se coloca.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58114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69087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PÚBLICO E TERRITÓRIO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4727448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Para quem ela fala e sobre o que ela fala.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76986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98932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587959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VOZ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5916168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Como ela se comporta e como ela escreve.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695858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17804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06831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IDENTIDADE VISUAL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7104888"/>
            <a:ext cx="68580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logo, as cores e a tipografia — e o que preserva tudo isso.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814730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836676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825703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MANIFESTO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8293608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marca em palavras, e a marca em uma página.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04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A MARCA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O QUE LEVOU ANOS PARA SER CONSTRUÍDO TEM UM NOME.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41195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DEFINIÇÃO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16683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QUE ESTA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MARCA É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5673" y="3715515"/>
            <a:ext cx="3382487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72254"/>
            <a:ext cx="6400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Lucas não começa pelo produto. Começa pela realidade de quem está na frente dele.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16523"/>
            <a:ext cx="6400800" cy="825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A PROTEÇÃO É CONSEQUÊNCIA</a:t>
            </a:r>
          </a:p>
          <a:p>
            <a:pPr algn="l">
              <a:lnSpc>
                <a:spcPct val="145000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DO DIAGNÓSTICO.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2553843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Lucas Martini estrutura proteção e sucessão para preservar possibilidades quando a vida, a família ou a empresa entram em transição.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4303319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Produto: seguro e soluções de proteção. Serviço: planejamento. Valor estratégico: continuidade. Valor humano: capacidade de escolha.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6052795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marca já existia antes da comunicação: experiência, resultado, recomendação, confiança e histórico de atendimento. Primeiro veio a reputação.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Agora a marca precisa torná-la visível.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06 / 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E3C88B"/>
                </a:solidFill>
                <a:latin typeface="Outfit 1 Semi-Bold"/>
              </a:rPr>
              <a:t>A CRENÇA FUNDADORA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4630400" cy="1978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000" i="0" b="0">
                <a:solidFill>
                  <a:srgbClr val="F2F0E9"/>
                </a:solidFill>
                <a:latin typeface="Outfit 1 Light"/>
              </a:rPr>
              <a:t>O QUE LEVOU ANOS PARA SER CONSTRUÍDO</a:t>
            </a:r>
          </a:p>
          <a:p>
            <a:pPr algn="l">
              <a:lnSpc>
                <a:spcPct val="114000"/>
              </a:lnSpc>
            </a:pPr>
            <a:r>
              <a:rPr sz="5000" i="0" b="0">
                <a:solidFill>
                  <a:srgbClr val="E3C88B"/>
                </a:solidFill>
                <a:latin typeface="Outfit 1 Bold"/>
              </a:rPr>
              <a:t>NÃO DEVERIA FICAR ENTREGUE AO ACASO.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458712"/>
            <a:ext cx="10972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C8CCC6"/>
                </a:solidFill>
                <a:latin typeface="Outfit 1 Light"/>
              </a:rPr>
              <a:t>Não porque todos os riscos possam ser eliminados, mas porque muitos dos seus impactos podem ser preparados.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7728661"/>
            <a:ext cx="109728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C8CCC6"/>
                </a:solidFill>
                <a:latin typeface="Outfit 1 Light"/>
              </a:rPr>
              <a:t>Nem tudo pode ser previsto. Mas muito pode ser preparado.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O NÚCLEO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249653" y="2415314"/>
            <a:ext cx="1012394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ESSÊNCIA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CONSTRUIR SEGURANÇA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3982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Preservar liberdade de escolha. É o princípio que conecta a história, o método e a entrega.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RAZÃO DE 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PRESERVAR A ESCOLHA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443982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Manter a capacidade de decidir quando a vida tira a previsibilidade de alguém.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CAUSA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PREPARAR ANTES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Ampliar a cultura da preparação antes da urgência. De resolver depois para pensar antes.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526427"/>
            <a:ext cx="12179808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que a marca combate não é a morte nem a incerteza: é o improviso, o adiamento, a falta de liquidez e a decisão tomada sob pressão.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GOLDEN CIRCLE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POR QUÊ, COMO E O QUÊ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7575" y="2415314"/>
            <a:ext cx="8866025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POR QUÊ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Porque o que levou anos para ser construído não deveria perder sua continuidade por falta de preparação.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443982"/>
            <a:ext cx="5059680" cy="22606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Entendendo a realidade do cliente, identificando vulnerabilidades, projetando impactos e estruturando proteção de forma personalizada, com acompanhamento de longo prazo.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O QUÊ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Proteção de renda, familiar e empresarial. Pessoa-chave. Planejamento sucessório. Liquidez para sucessão e inventário.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8408756"/>
            <a:ext cx="12179808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Não começar pelo produto.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Começar pela consequência.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41195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POSICIONAMENTO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16683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POSICIONAMENTO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8034" y="2893469"/>
            <a:ext cx="152012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50209"/>
            <a:ext cx="64008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produto não diferencia. A diferenciação está na combinação de diagnóstico, personalização, conhecimento técnico, confiança, pós-venda e relação de longo prazo.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53531"/>
            <a:ext cx="6400800" cy="825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PREPARAR ANTES PARA</a:t>
            </a:r>
          </a:p>
          <a:p>
            <a:pPr algn="l">
              <a:lnSpc>
                <a:spcPct val="145000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PRESERVAR ESCOLHAS DEPOIS.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2553843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Lucas Martini é especialista em proteção e sucessão para pessoas, famílias e empresas que desejam preservar o que construíram e manter possibilidades diante do imprevisto.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4782845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promessa: estruturar proteção e sucessão de forma personalizada para que famílias, profissionais e empresas mantenham recursos, possibilidades e continuidade diante de imprevistos.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7011848"/>
            <a:ext cx="68580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melhor proteção não é a maior.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É a que faz sentido para aquela realidade.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ARQUITETURA DE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NOME NO CENTRO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248580" y="2415314"/>
            <a:ext cx="10125020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73168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PROTEÇÃO PESSOAL E FAMILIAR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803900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59932"/>
            <a:ext cx="363474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Renda, família e pilares financeiros.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220" y="4407408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9220" y="4773168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PROTEÇÃO EMPRESARIAL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5803900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9220" y="6059932"/>
            <a:ext cx="363474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Pessoa-chave e continuidade do negócio.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4407408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4773168"/>
            <a:ext cx="363474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SUCESSÃO FAMILIAR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64040" y="5803900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6059932"/>
            <a:ext cx="363474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Transferência, liquidez e inventário.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38860" y="4407408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38860" y="4773168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SUCESSÃO EMPRESARIAL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38860" y="5803900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38860" y="6059932"/>
            <a:ext cx="363474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Passagem de responsabilidade e sociedade.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7701213"/>
            <a:ext cx="12179808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confiança está associada à pessoa: a indicação chega pelo nome e o relacionamento acontece com Lucas.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A seguradora entrega o instrumento. Lucas constrói a estratégia.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11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2314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PÚBLICO</a:t>
            </a:r>
          </a:p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E TERRITÓRIO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7965948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20369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PARA QUEM A MARCA FALA, E SOBRE O QUE ELA FALA.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PÚBLICO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QUEM CARREGA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RESPONSABILIDADE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030694" y="3237360"/>
            <a:ext cx="110746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Quatro perfis diferentes com uma coisa em comum: existe algo ou alguém que depende das decisões de cada 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3042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 TRIBO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68833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87578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834640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produz a própria renda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profissionais liberais, autônomos, executivos e especialistas;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90177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408922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4048079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sustenta outras pessoas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pilares financeiros da família, cuja ausência alteraria a estrutura econômica de casa;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11521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30266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261519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responde por uma empresa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empresários, sócios e pessoas-chave de negócios dependentes de indivíduos específicos;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632865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51610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74958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construiu patrimônio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famílias e sócios que precisam organizar transferência, liquidez e sucessão.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7542093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7926141"/>
            <a:ext cx="685800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São pessoas que decidem com responsabilidade sobre outros. </a:t>
            </a:r>
            <a:r>
              <a:rPr sz="1650" i="0" b="0">
                <a:solidFill>
                  <a:srgbClr val="2C322E"/>
                </a:solidFill>
                <a:latin typeface="Outfit 1 Semi-Bold"/>
              </a:rPr>
              <a:t>Falar com elas é falar de consequência, nunca de medo.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TERRITÓRIOS DE 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CONTINUIDADE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É O TERRITÓRIO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1114" y="3237360"/>
            <a:ext cx="224704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Todo conteúdo da marca nasce de um destes cinco territórios. Fora deles, a marca está falando de outra coisa.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3042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DO QUE A MARCA FALA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68833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87578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834640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Continuidade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o que precisa seguir existindo: renda, família, empresa, patrimônio, projetos e legado;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402789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421535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4174202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Proteção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os recursos e estruturas que sustentam essa continuidade;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367460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55491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513764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Sucessão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a preparação para a passagem de responsabilidade e patrimônio;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670702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89447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853326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Dignidade financeira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a preservação de alternativas em momentos difíceis;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8046583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823403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8192887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Escolha e responsabilidade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decidir sem ser dominado pela urgência.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938614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COMO A MARCA ATUA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86584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OS CINCO PILARES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4388" y="2963370"/>
            <a:ext cx="10839212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ANTECIPAÇÃO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57750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Decisões são melhores sem urgência.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9626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9626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9626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9626" y="657750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Não existe proteção ideal fora de contexto.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4851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4851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CONFIANÇA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4851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4851" y="6577508"/>
            <a:ext cx="2838298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Transparência e consistência ao longo dos anos.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30077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30077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CONTINUIDADE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130077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30077" y="657750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A proteção não termina na contratação.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35302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35302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EXCELÊNCIA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535302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535302" y="657750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Menos discurso, mais padrão de execução.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15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VOZ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AUTORIDADE DISCRETA: PROVAR, NÃO PROCLAMAR.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05173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PERSONALIDADE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80661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AUTORIDADE DISCRETA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4263" y="2857447"/>
            <a:ext cx="936933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12381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POSTURA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78141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SEGURO E PREPARADO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630083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86115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Transmite domínio sem precisar provar o tempo todo. Estuda antes de orientar.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712381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RELAÇÃO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5078141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CONSULTIVO E HUMANO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630083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886115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Pergunta antes de oferecer e entende o que existe por trás dos números.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712381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FORMA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5078141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ELEGANTE E ACESSÍVEL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630083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886115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Sofisticação sem ostentação. Torna o complexo compreensível.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527396"/>
            <a:ext cx="12179808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Nunca: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alarmista, exibicionista, técnica demais, comercial demais ou genérica.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TOM DE VOZ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PROVAR,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NÃO PROCLAMAR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916" y="3237360"/>
            <a:ext cx="1737244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marca não precisa assustar para ser ouvida, nem anunciar para ser reconhecida.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64048"/>
            <a:ext cx="64008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autoridade aparece na qualidade da pergunta.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184708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02996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2340864"/>
            <a:ext cx="6858000" cy="537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 strike="sngStrike">
                <a:solidFill>
                  <a:srgbClr val="AE8C4E"/>
                </a:solidFill>
                <a:latin typeface="Outfit 1 Light"/>
              </a:rPr>
              <a:t>Você pode morrer amanhã.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3061309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3372205"/>
            <a:ext cx="6858000" cy="537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>
                <a:solidFill>
                  <a:srgbClr val="2C322E"/>
                </a:solidFill>
                <a:latin typeface="Outfit 1 Light"/>
              </a:rPr>
              <a:t>Quem depende financeiramente de você hoje?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4184090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21240" y="436697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4677866"/>
            <a:ext cx="6858000" cy="537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 strike="sngStrike">
                <a:solidFill>
                  <a:srgbClr val="AE8C4E"/>
                </a:solidFill>
                <a:latin typeface="Outfit 1 Light"/>
              </a:rPr>
              <a:t>Você precisa contratar um seguro de vida.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5398311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5709207"/>
            <a:ext cx="6858000" cy="98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>
                <a:solidFill>
                  <a:srgbClr val="2C322E"/>
                </a:solidFill>
                <a:latin typeface="Outfit 1 Light"/>
              </a:rPr>
              <a:t>Antes do produto, precisamos entender o impacto financeiro que uma ausência produziria.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6967217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7150097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7460993"/>
            <a:ext cx="6858000" cy="537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 strike="sngStrike">
                <a:solidFill>
                  <a:srgbClr val="AE8C4E"/>
                </a:solidFill>
                <a:latin typeface="Outfit 1 Light"/>
              </a:rPr>
              <a:t>Olha onde eu cheguei.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8181439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8492335"/>
            <a:ext cx="6858000" cy="98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>
                <a:solidFill>
                  <a:srgbClr val="2C322E"/>
                </a:solidFill>
                <a:latin typeface="Outfit 1 Light"/>
              </a:rPr>
              <a:t>Esse reconhecimento representa dez anos de consistência e confiança de clientes.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VOCABULÁRIO E ESTILO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AS PALAVRAS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53313" y="2415314"/>
            <a:ext cx="912028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VERBOS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PREPARAR · ESTRUTURAR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Preservar · antecipar · organizar · traduzir · acompanhar. São verbos de preparação: a marca conduz, não assiste.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PALAVRAS PRÓPRIAS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CONTINUIDADE · ESCOLHA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Proteção · sucessão · dignidade financeira · liquidez · possibilidades · responsabilidade · consequência.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NUNCA USAR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 strike="sngStrike">
                <a:solidFill>
                  <a:srgbClr val="2C322E"/>
                </a:solidFill>
                <a:latin typeface="Outfit 1 Light"/>
              </a:rPr>
              <a:t>TRAGÉDIA · URGÊNCIA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 strike="sngStrike">
                <a:solidFill>
                  <a:srgbClr val="5F6661"/>
                </a:solidFill>
                <a:latin typeface="Outfit 1 Light"/>
              </a:rPr>
              <a:t>Fatalidade · desespero · oportunidade imperdível · a melhor proteção do mercado.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Nada que venda pelo susto.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526427"/>
            <a:ext cx="12179808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Frases curtas. Ponto final. Argumento concreto. A comunicação acompanha o comportamento da marca: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escuta, entende e vai ao ponto.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19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2314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IDENTIDADE</a:t>
            </a:r>
          </a:p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VISUAL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7965948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20369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O ESCUDO, O VERDE E O DOURADO.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70901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LOGOTIPO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46389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AS VERSÕES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961290" y="2523175"/>
            <a:ext cx="9412310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286669"/>
            <a:ext cx="3703320" cy="2697480"/>
          </a:xfrm>
          <a:prstGeom prst="rect">
            <a:avLst/>
          </a:prstGeom>
          <a:solidFill>
            <a:srgbClr val="4A5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m-horizontal-ouro-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031" y="4931223"/>
            <a:ext cx="2296058" cy="7903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7240181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PRINCIPAL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587653"/>
            <a:ext cx="370332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Dourado sobre o verde da marca. É a versão de assinatura.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4286669"/>
            <a:ext cx="3703320" cy="26974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m-horizontal-p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991" y="4931223"/>
            <a:ext cx="2296058" cy="7903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6360" y="7240181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MONOCROMÁTICA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7587653"/>
            <a:ext cx="370332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Preto sobre papel. Documento, contrato, impressão em uma cor.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4286669"/>
            <a:ext cx="3703320" cy="2697480"/>
          </a:xfrm>
          <a:prstGeom prst="rect">
            <a:avLst/>
          </a:prstGeom>
          <a:solidFill>
            <a:srgbClr val="CEC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m-vertical-pre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1951" y="4908967"/>
            <a:ext cx="2296058" cy="8348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418320" y="7240181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VERTICAL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7587653"/>
            <a:ext cx="370332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Para espaços estreitos: avatar, carimbo, assinatura de e-mail.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670280" y="4286669"/>
            <a:ext cx="3703320" cy="2697480"/>
          </a:xfrm>
          <a:prstGeom prst="rect">
            <a:avLst/>
          </a:prstGeom>
          <a:solidFill>
            <a:srgbClr val="2C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m-vertical-br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73911" y="4908967"/>
            <a:ext cx="2296058" cy="83482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670280" y="7240181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SOBRE FOTOGRAFIA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70280" y="7587653"/>
            <a:ext cx="370332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Versão clara, só quando o fundo for escuro o bastante.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USOS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QUE PRESERVA 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6638" y="2415314"/>
            <a:ext cx="-728478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72054"/>
            <a:ext cx="6400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escudo é o ativo mais permanente da identidade. Tudo o que o deforma, enfraquece a marca inteira.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3042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SEMPRE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68833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87578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834640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Respiro.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Deixar em volta do logo, livre, pelo menos a altura do escudo;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90177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408922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4048079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Contraste.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Dourado sobre verde ou escuro; preto sobre papel ou areia. Dourado sobre claro, nunca;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11521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30266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261519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Proporção.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O logo nunca é esticado, inclinado ou recortado;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595967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14713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105982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Tamanho mínimo.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Abaixo de 2 cm de largura, usar só o escudo;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680414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699159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950446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Uma marca por peça.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O escudo não divide espaço com selo, etiqueta ou moldura decorativa.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8017581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8401629"/>
            <a:ext cx="685800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Nenhuma sombra, nenhum contorno, nenhum efeito. </a:t>
            </a:r>
            <a:r>
              <a:rPr sz="1650" i="0" b="0">
                <a:solidFill>
                  <a:srgbClr val="2C322E"/>
                </a:solidFill>
                <a:latin typeface="Outfit 1 Semi-Bold"/>
              </a:rPr>
              <a:t>A elegância da marca está na sua contenção.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PALETA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3326" y="2415314"/>
            <a:ext cx="13330274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33088"/>
            <a:ext cx="2889504" cy="2651760"/>
          </a:xfrm>
          <a:prstGeom prst="rect">
            <a:avLst/>
          </a:prstGeom>
          <a:solidFill>
            <a:srgbClr val="4A5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VERDE PROFUNDO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#4A534E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772400"/>
            <a:ext cx="2889504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cor da marca. Fundo de capa, de capítulo e de assinatura.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4133088"/>
            <a:ext cx="2889504" cy="26517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4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DOURADO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4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#C9A961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7772400"/>
            <a:ext cx="2889504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O acento. Filete, numeral e destaque — nunca em área grande.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99248" y="4133088"/>
            <a:ext cx="2889504" cy="2651760"/>
          </a:xfrm>
          <a:prstGeom prst="rect">
            <a:avLst/>
          </a:prstGeom>
          <a:solidFill>
            <a:srgbClr val="CEC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9248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AREIA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9248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#CEC3B5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7772400"/>
            <a:ext cx="2889504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cor de apoio. Fundos claros, papelaria e aplicações impressas.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091672" y="4133088"/>
            <a:ext cx="2889504" cy="2651760"/>
          </a:xfrm>
          <a:prstGeom prst="rect">
            <a:avLst/>
          </a:prstGeom>
          <a:solidFill>
            <a:srgbClr val="2C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91672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GRAFITE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#2C322E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1672" y="7772400"/>
            <a:ext cx="2889504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O texto. Títulos e corpo sobre papel.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484096" y="4133088"/>
            <a:ext cx="2889504" cy="2651760"/>
          </a:xfrm>
          <a:prstGeom prst="rect">
            <a:avLst/>
          </a:prstGeom>
          <a:solidFill>
            <a:srgbClr val="F6F4EF"/>
          </a:solidFill>
          <a:ln w="11430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84096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PAPEL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84096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#F6F4EF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84096" y="7772400"/>
            <a:ext cx="2889504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O fundo de leitura e o texto sobre o verde.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TIPOGRAFIA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TIPOGRAFIA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383055" y="2415314"/>
            <a:ext cx="11990545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87368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ASSINATURA · ALLROUNDER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0">
                <a:solidFill>
                  <a:srgbClr val="2C322E"/>
                </a:solidFill>
                <a:latin typeface="Outfit 1 Light"/>
              </a:rPr>
              <a:t>Lucas Martini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0" y="4507992"/>
            <a:ext cx="493776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serifada do logotipo. Vive no logo e na assinatura — não é fonte de texto corrido.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568696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TEXTO · DM SANS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336792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0">
                <a:solidFill>
                  <a:srgbClr val="2C322E"/>
                </a:solidFill>
                <a:latin typeface="Outfit 1 Light"/>
              </a:rPr>
              <a:t>Proteção &amp; Sucessão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0" y="6409944"/>
            <a:ext cx="4937760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sem-serifa de apoio: títulos, corpo e legenda. Caixa alta espacejada nos rótulos, sempre com espacejamento largo.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7470648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7891272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HIERARQUIA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8238744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0">
                <a:solidFill>
                  <a:srgbClr val="2C322E"/>
                </a:solidFill>
                <a:latin typeface="Outfit 1 Semi-Bold"/>
              </a:rPr>
              <a:t>Clareza antes de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0" y="8311896"/>
            <a:ext cx="4937760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Título grande em peso leve; destaque em semibold. O peso marca a frase que a pessoa leva embora — nunca a frase inteira.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9372600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9976104"/>
            <a:ext cx="11850624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9AA09A"/>
                </a:solidFill>
                <a:latin typeface="Outfit 1 Light"/>
              </a:rPr>
              <a:t>Os espécimes desta página estão compostos na fonte deste documento. As fontes oficiais da marca são a Allrounder, no logotipo, e a DM Sans, no texto.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24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MANIFESTO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A MARCA EM PALAVRAS, E A MARCA EM UMA PÁGINA.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6" name="Picture 5" descr="lm-escudo-ouro-claro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12435840" y="1463040"/>
            <a:ext cx="7016620" cy="73152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25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E3C88B"/>
                </a:solidFill>
                <a:latin typeface="Outfit 1 Semi-Bold"/>
              </a:rPr>
              <a:t>MANIFESTO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14630400" cy="6304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HÁ COISAS QUE LEVAM ANOS PARA CONSTRUIR.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UMA CARREIRA. UMA FAMÍLIA. UMA EMPRESA. UM PATRIMÔNIO.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E NENHUMA DELAS DEVERIA FICAR COMPLETAMENTE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DEPENDENTE DAQUILO QUE NÃO PODEMOS CONTROLAR.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PLANEJAR NÃO É ESPERAR QUE ALGO DÊ ERRADO.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É RECONHECER O VALOR DAQUILO QUE DEU CERTO.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É PENSAR ANTES. ENQUANTO EXISTE TEMPO.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ENQUANTO PODEMOS ESCOLHER.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NEM TUDO PODE SER PREVISTO. </a:t>
            </a:r>
            <a:r>
              <a:rPr sz="3100" i="0" b="0">
                <a:solidFill>
                  <a:srgbClr val="E3C88B"/>
                </a:solidFill>
                <a:latin typeface="Outfit 1 Bold"/>
              </a:rPr>
              <a:t>MAS MUITO PODE SER PREPARADO.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PORQUE PROTEÇÃO NÃO EXISTE PARA PRESERVAR DINHEIRO.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E3C88B"/>
                </a:solidFill>
                <a:latin typeface="Outfit 1 Bold"/>
              </a:rPr>
              <a:t>EXISTE PARA PRESERVAR POSSIBILIDADES.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SÍNTESE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MARCA EM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UMA PÁGINA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4974065" y="3237360"/>
            <a:ext cx="3164095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Se este documento inteiro se perdesse, bastaria esta página.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198424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O ESSENCIAL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36829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5557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514600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Crença fundadora.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O que levou anos para ser construído não deveria ficar entregue ao acaso.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58173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376918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3728039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Essência.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Construir segurança para preservar liberdade de escolha.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479517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498262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4941479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Causa.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Ampliar a cultura da preparação antes da urgência.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563963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582709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5785942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Território.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Continuidade.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648410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667155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630406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Posicionamento.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Especialista em proteção e sucessão para quem deseja preservar o que construiu.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7697541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788499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7843845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Princípio de comunicação.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Provar, não proclamar.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854200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21240" y="872945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8688309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Personalidade.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Autoridade discreta.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938646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355080"/>
            <a:ext cx="18288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87" i="0" b="0" spc="420">
                <a:solidFill>
                  <a:srgbClr val="AE8C4E"/>
                </a:solidFill>
                <a:latin typeface="Outfit 1 Semi-Bold"/>
              </a:rPr>
              <a:t>PROTEÇÃO &amp; SUCESSÃO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7013448"/>
            <a:ext cx="1828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50" i="0" b="0">
                <a:solidFill>
                  <a:srgbClr val="9AA09A"/>
                </a:solidFill>
                <a:latin typeface="Outfit 1 Light"/>
              </a:rPr>
              <a:t>Método Marca com Essência ©   ·   KA | Inteligência para Marcas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