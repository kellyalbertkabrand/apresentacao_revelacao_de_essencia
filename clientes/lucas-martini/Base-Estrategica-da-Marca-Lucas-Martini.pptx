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Princípio central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26974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2843784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5480" y="3546566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54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3692870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4395651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4541955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55480" y="5244737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5391041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6093823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240127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55480" y="6942909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7089213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55480" y="7791994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54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7938298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80" y="86410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86410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Construir segurança para preservar liberdade de escolha.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111877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marca parte da ideia de que nem tudo pode ser previsto, mas é possível se preparar para que um imprevisto não elimine alternativas nem comprometa tudo o que foi construído.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1_retrato_corporativo_prudential.png"/>
          <p:cNvPicPr>
            <a:picLocks noChangeAspect="1"/>
          </p:cNvPicPr>
          <p:nvPr/>
        </p:nvPicPr>
        <p:blipFill>
          <a:blip r:embed="rId3"/>
          <a:srcRect l="5565" r="100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854833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LUCAS MARTINI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768471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115943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Especialista em Proteção &amp; Sucessão, com mais de dez anos de atuação.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334127"/>
            <a:ext cx="9601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experiência no mercado financeiro e a vivência com famílias e empresas deram origem a uma atuação consultiva, baseada em planejamento, personalização, relacionamento e acompanhamento.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988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CAUSA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, LIDERANÇA E TRIBO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124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Causa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87133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Ampliar a cultura de proteção e preparação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871339"/>
            <a:ext cx="4419600" cy="2313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Ajudar pessoas a enxergar riscos, impactos e possibilidades antes que a urgência determine as decisões.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Tribo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871339"/>
            <a:ext cx="44196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Pessoas que carregam responsabilidade sobre renda, família, patrimônio ou empresa.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2125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2358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não deveria ficar entregue ao acaso.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2387"/>
            <a:ext cx="11887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Planejamento é uma forma de proteger conquistas e preservar possibilidades diante do que não pode ser controlado.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483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PÚBLICO-ALVO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6847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15943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Profissionais, empresários, sócios e famílias que possuem responsabilidades financeiras, patrimoniais ou sucessórias e querem proteger o que construíram.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78627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persona central é alguém que entende o valor das suas conquistas e quer se preparar para que um imprevisto não comprometa sua família, seu patrimônio ou sua empresa.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Sábio ·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Traduz complexidade, orienta decisões e transforma informação em planejamento.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Cuidador · secundário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Protege, acompanha e assume responsabilidade sobre decisões que afetam pessoas, famílias e empresas.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3841623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Síntese estratégica a partir da atuação consultiva, do relacionamento e da responsabilidade descritos pelo próprio Lucas.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PROTEÇÃO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o que foi construído.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668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PLANEJAMENTO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9369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Antecipar riscos e criar alternativas.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269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5381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Construir soluções a partir de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870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CONFIANÇA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31393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Sustentar relações de longo prazo.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472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7405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Permitir que família, patrimônio e empresa possam seguir.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299333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212971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560443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Proteção. Confiança. Responsabilidade. Personalização. Continuidade.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78627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Esses são os atributos que devem permanecer presentes em qualquer expressão da marca, do atendimento à comunicação.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8442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9806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64553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voz de Lucas deve transmitir conhecimento sem distanciamento e segurança sem arrogância.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63717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Clara, segura, humana, elegante e consultiva.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655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791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complicado.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65192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5192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192" y="5538089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frio.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4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8704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704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arrogante.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72216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72216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Humano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72216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dramatização.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25728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25728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Sofisticado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25728" y="5538089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ostentação.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Martini é especialista em Proteção &amp; Sucessão para pessoas, famílias e empresas que querem preservar o que construíram e manter possibilidades diante de imprevistos e transições.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445377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 &amp; Sucessão para o que precisa continuar.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210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346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Por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9358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Preservar possibilidades quando a vida foge do 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093589"/>
            <a:ext cx="44196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Com planejamento personalizado, conhecimento, relacionamento e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quê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09358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Estratégias de proteção pessoal, familiar, empresarial e sucessória.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ARQUITETURA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Marca pessoal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Martini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Atuação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3805047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Assinatura empresarial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986655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Martini | Proteção &amp; Sucessão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uso de “Martini” ganha força porque é a forma pela qual Lucas já é reconhecido em seu convívio pessoal e profissional.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755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3119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503358"/>
            <a:ext cx="6629400" cy="1472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Há coisas que levam anos para construir. Uma carreira. Uma família. Uma empresa. Um patrimônio. Uma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50243"/>
            <a:ext cx="662940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Nem tudo pode ser previsto. Mas muito pode ser preparado.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3503358"/>
            <a:ext cx="662940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Planejar é proteger o que foi construído enquanto ainda existe tempo para escolher.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4789868"/>
            <a:ext cx="6629400" cy="1472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Porque proteção não existe apenas para preservar patrimônio. Existe para preservar possibilidades.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372161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6646481"/>
            <a:ext cx="1426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 spc="220">
                <a:solidFill>
                  <a:srgbClr val="A5A49F"/>
                </a:solidFill>
                <a:latin typeface="Outfit 2"/>
              </a:rPr>
              <a:t>LUCAS MARTINI  |  PROTEÇÃO &amp; SUCESSÃO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