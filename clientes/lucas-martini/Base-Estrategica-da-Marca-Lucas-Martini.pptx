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26974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2843784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5480" y="3546566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54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3692870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4395651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4541955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524473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391041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6093823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240127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55480" y="6942909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089213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55480" y="779199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7938298"/>
            <a:ext cx="51206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0" y="86410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864108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387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9076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8239"/>
            <a:ext cx="8458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96556"/>
            <a:ext cx="8458200" cy="2207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53873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90767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38239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Especialista em Proteção &amp; Sucessão, com mais de dez anos de atuação.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25689"/>
            <a:ext cx="9601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experiência no mercado financeiro e a vivência com famílias e empresas deram origem a uma atuação consultiva, baseada em 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Tribo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4516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47496"/>
            <a:ext cx="14081760" cy="19225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1C1C1A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1C1C1A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521497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589307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526201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73673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Profissionais, empresários, sócios e famílias que possuem responsabilidades financeiras, patrimoniais ou sucessórias e querem proteger o que construíram.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90256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Sábio ·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Cuidador · 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02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5711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3903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1723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505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CONFIANÇA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27735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106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CONTINUIDADE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3747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Permitir que família, patrimônio e empresa possam seguir.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118439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055333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402805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Proteção. Confiança. Responsabilidade. Personalização. Continuidade.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90255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voz de Lucas deve transmitir conhecimento sem distanciamento e 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91766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779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0468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498866"/>
            <a:ext cx="2450592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192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5192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Direto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4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704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72216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72216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72216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25728" y="4552157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25728" y="4808189"/>
            <a:ext cx="2450592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Sofisticado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25728" y="5498866"/>
            <a:ext cx="2450592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sem ostentação.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387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9076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8239"/>
            <a:ext cx="8458200" cy="2207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583954"/>
            <a:ext cx="8458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Preservar possibilidades quando a vida foge do 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267370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 planejamento personalizado, conhecimento, relacionamento e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20661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6693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267370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Estratégias de 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Marca pessoal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Martini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Atuação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Assinatura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784416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83770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409373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784416"/>
            <a:ext cx="318897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984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353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284220"/>
            <a:ext cx="662940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94071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284220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Planejar é proteger o que foi construído enquanto ainda existe tempo para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746041"/>
            <a:ext cx="662940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Porque proteção não existe apenas para preservar patrimônio. Existe para preservar possibilidades.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59130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865620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